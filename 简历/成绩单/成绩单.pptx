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1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68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995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57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48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79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998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6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51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20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031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17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6DCDA-0CD9-4BC6-972F-21B8CAABCB56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5E69F-25F2-454C-A498-51E11520A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947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0B1A2-B4D2-EA8E-2F8F-E44EE9534F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7DBFA5-2842-5300-9BB9-1860DAC1C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120277-6475-B3AC-1545-5D783EE6D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14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B4E3C-4ABE-E38A-0EB1-A17667D0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94C180B-1E5B-FC34-233A-F3AAE0D70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4" y="-36613"/>
            <a:ext cx="6386512" cy="9180613"/>
          </a:xfrm>
        </p:spPr>
      </p:pic>
    </p:spTree>
    <p:extLst>
      <p:ext uri="{BB962C8B-B14F-4D97-AF65-F5344CB8AC3E}">
        <p14:creationId xmlns:p14="http://schemas.microsoft.com/office/powerpoint/2010/main" val="1843849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sun</dc:creator>
  <cp:lastModifiedBy>johnny sun</cp:lastModifiedBy>
  <cp:revision>2</cp:revision>
  <dcterms:created xsi:type="dcterms:W3CDTF">2025-09-29T09:54:48Z</dcterms:created>
  <dcterms:modified xsi:type="dcterms:W3CDTF">2025-09-29T10:00:32Z</dcterms:modified>
</cp:coreProperties>
</file>