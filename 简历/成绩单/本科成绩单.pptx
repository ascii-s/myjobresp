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310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6DCDA-0CD9-4BC6-972F-21B8CAABCB56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5E69F-25F2-454C-A498-51E11520A0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2685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6DCDA-0CD9-4BC6-972F-21B8CAABCB56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5E69F-25F2-454C-A498-51E11520A0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4995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6DCDA-0CD9-4BC6-972F-21B8CAABCB56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5E69F-25F2-454C-A498-51E11520A0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5576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6DCDA-0CD9-4BC6-972F-21B8CAABCB56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5E69F-25F2-454C-A498-51E11520A0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3485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6DCDA-0CD9-4BC6-972F-21B8CAABCB56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5E69F-25F2-454C-A498-51E11520A0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9797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6DCDA-0CD9-4BC6-972F-21B8CAABCB56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5E69F-25F2-454C-A498-51E11520A0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8998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6DCDA-0CD9-4BC6-972F-21B8CAABCB56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5E69F-25F2-454C-A498-51E11520A0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168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6DCDA-0CD9-4BC6-972F-21B8CAABCB56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5E69F-25F2-454C-A498-51E11520A0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8516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6DCDA-0CD9-4BC6-972F-21B8CAABCB56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5E69F-25F2-454C-A498-51E11520A0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0209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6DCDA-0CD9-4BC6-972F-21B8CAABCB56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5E69F-25F2-454C-A498-51E11520A0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5031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6DCDA-0CD9-4BC6-972F-21B8CAABCB56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5E69F-25F2-454C-A498-51E11520A0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9177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E6DCDA-0CD9-4BC6-972F-21B8CAABCB56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55E69F-25F2-454C-A498-51E11520A0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7947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5B4E3C-4ABE-E38A-0EB1-A17667D00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D94C180B-1E5B-FC34-233A-F3AAE0D704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744" y="-36613"/>
            <a:ext cx="6386512" cy="9180613"/>
          </a:xfrm>
        </p:spPr>
      </p:pic>
    </p:spTree>
    <p:extLst>
      <p:ext uri="{BB962C8B-B14F-4D97-AF65-F5344CB8AC3E}">
        <p14:creationId xmlns:p14="http://schemas.microsoft.com/office/powerpoint/2010/main" val="1843849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</TotalTime>
  <Words>0</Words>
  <Application>Microsoft Office PowerPoint</Application>
  <PresentationFormat>全屏显示(4:3)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johnny sun</dc:creator>
  <cp:lastModifiedBy>johnny sun</cp:lastModifiedBy>
  <cp:revision>3</cp:revision>
  <dcterms:created xsi:type="dcterms:W3CDTF">2025-09-29T09:54:48Z</dcterms:created>
  <dcterms:modified xsi:type="dcterms:W3CDTF">2025-09-29T10:01:13Z</dcterms:modified>
</cp:coreProperties>
</file>