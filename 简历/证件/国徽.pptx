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0299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744" y="1122363"/>
            <a:ext cx="8272463" cy="2387600"/>
          </a:xfrm>
        </p:spPr>
        <p:txBody>
          <a:bodyPr anchor="b"/>
          <a:lstStyle>
            <a:lvl1pPr algn="ctr">
              <a:defRPr sz="54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744" y="3602038"/>
            <a:ext cx="8272463" cy="1655762"/>
          </a:xfrm>
        </p:spPr>
        <p:txBody>
          <a:bodyPr/>
          <a:lstStyle>
            <a:lvl1pPr marL="0" indent="0" algn="ctr">
              <a:buNone/>
              <a:defRPr sz="2171"/>
            </a:lvl1pPr>
            <a:lvl2pPr marL="413629" indent="0" algn="ctr">
              <a:buNone/>
              <a:defRPr sz="1809"/>
            </a:lvl2pPr>
            <a:lvl3pPr marL="827258" indent="0" algn="ctr">
              <a:buNone/>
              <a:defRPr sz="1628"/>
            </a:lvl3pPr>
            <a:lvl4pPr marL="1240887" indent="0" algn="ctr">
              <a:buNone/>
              <a:defRPr sz="1448"/>
            </a:lvl4pPr>
            <a:lvl5pPr marL="1654515" indent="0" algn="ctr">
              <a:buNone/>
              <a:defRPr sz="1448"/>
            </a:lvl5pPr>
            <a:lvl6pPr marL="2068144" indent="0" algn="ctr">
              <a:buNone/>
              <a:defRPr sz="1448"/>
            </a:lvl6pPr>
            <a:lvl7pPr marL="2481773" indent="0" algn="ctr">
              <a:buNone/>
              <a:defRPr sz="1448"/>
            </a:lvl7pPr>
            <a:lvl8pPr marL="2895402" indent="0" algn="ctr">
              <a:buNone/>
              <a:defRPr sz="1448"/>
            </a:lvl8pPr>
            <a:lvl9pPr marL="3309031" indent="0" algn="ctr">
              <a:buNone/>
              <a:defRPr sz="144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97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0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564" y="1709739"/>
            <a:ext cx="9513332" cy="2852737"/>
          </a:xfrm>
        </p:spPr>
        <p:txBody>
          <a:bodyPr anchor="b"/>
          <a:lstStyle>
            <a:lvl1pPr>
              <a:defRPr sz="54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2564" y="4589464"/>
            <a:ext cx="9513332" cy="1500187"/>
          </a:xfrm>
        </p:spPr>
        <p:txBody>
          <a:bodyPr/>
          <a:lstStyle>
            <a:lvl1pPr marL="0" indent="0">
              <a:buNone/>
              <a:defRPr sz="2171">
                <a:solidFill>
                  <a:schemeClr val="tx1">
                    <a:tint val="75000"/>
                  </a:schemeClr>
                </a:solidFill>
              </a:defRPr>
            </a:lvl1pPr>
            <a:lvl2pPr marL="413629" indent="0">
              <a:buNone/>
              <a:defRPr sz="1809">
                <a:solidFill>
                  <a:schemeClr val="tx1">
                    <a:tint val="75000"/>
                  </a:schemeClr>
                </a:solidFill>
              </a:defRPr>
            </a:lvl2pPr>
            <a:lvl3pPr marL="827258" indent="0">
              <a:buNone/>
              <a:defRPr sz="1628">
                <a:solidFill>
                  <a:schemeClr val="tx1">
                    <a:tint val="75000"/>
                  </a:schemeClr>
                </a:solidFill>
              </a:defRPr>
            </a:lvl3pPr>
            <a:lvl4pPr marL="1240887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4pPr>
            <a:lvl5pPr marL="1654515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5pPr>
            <a:lvl6pPr marL="2068144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6pPr>
            <a:lvl7pPr marL="2481773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7pPr>
            <a:lvl8pPr marL="2895402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8pPr>
            <a:lvl9pPr marL="3309031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81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309" y="1825625"/>
            <a:ext cx="46877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3912" y="1825625"/>
            <a:ext cx="46877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7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365126"/>
            <a:ext cx="951333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746" y="1681163"/>
            <a:ext cx="4666185" cy="823912"/>
          </a:xfrm>
        </p:spPr>
        <p:txBody>
          <a:bodyPr anchor="b"/>
          <a:lstStyle>
            <a:lvl1pPr marL="0" indent="0">
              <a:buNone/>
              <a:defRPr sz="2171" b="1"/>
            </a:lvl1pPr>
            <a:lvl2pPr marL="413629" indent="0">
              <a:buNone/>
              <a:defRPr sz="1809" b="1"/>
            </a:lvl2pPr>
            <a:lvl3pPr marL="827258" indent="0">
              <a:buNone/>
              <a:defRPr sz="1628" b="1"/>
            </a:lvl3pPr>
            <a:lvl4pPr marL="1240887" indent="0">
              <a:buNone/>
              <a:defRPr sz="1448" b="1"/>
            </a:lvl4pPr>
            <a:lvl5pPr marL="1654515" indent="0">
              <a:buNone/>
              <a:defRPr sz="1448" b="1"/>
            </a:lvl5pPr>
            <a:lvl6pPr marL="2068144" indent="0">
              <a:buNone/>
              <a:defRPr sz="1448" b="1"/>
            </a:lvl6pPr>
            <a:lvl7pPr marL="2481773" indent="0">
              <a:buNone/>
              <a:defRPr sz="1448" b="1"/>
            </a:lvl7pPr>
            <a:lvl8pPr marL="2895402" indent="0">
              <a:buNone/>
              <a:defRPr sz="1448" b="1"/>
            </a:lvl8pPr>
            <a:lvl9pPr marL="3309031" indent="0">
              <a:buNone/>
              <a:defRPr sz="1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746" y="2505075"/>
            <a:ext cx="466618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83912" y="1681163"/>
            <a:ext cx="4689165" cy="823912"/>
          </a:xfrm>
        </p:spPr>
        <p:txBody>
          <a:bodyPr anchor="b"/>
          <a:lstStyle>
            <a:lvl1pPr marL="0" indent="0">
              <a:buNone/>
              <a:defRPr sz="2171" b="1"/>
            </a:lvl1pPr>
            <a:lvl2pPr marL="413629" indent="0">
              <a:buNone/>
              <a:defRPr sz="1809" b="1"/>
            </a:lvl2pPr>
            <a:lvl3pPr marL="827258" indent="0">
              <a:buNone/>
              <a:defRPr sz="1628" b="1"/>
            </a:lvl3pPr>
            <a:lvl4pPr marL="1240887" indent="0">
              <a:buNone/>
              <a:defRPr sz="1448" b="1"/>
            </a:lvl4pPr>
            <a:lvl5pPr marL="1654515" indent="0">
              <a:buNone/>
              <a:defRPr sz="1448" b="1"/>
            </a:lvl5pPr>
            <a:lvl6pPr marL="2068144" indent="0">
              <a:buNone/>
              <a:defRPr sz="1448" b="1"/>
            </a:lvl6pPr>
            <a:lvl7pPr marL="2481773" indent="0">
              <a:buNone/>
              <a:defRPr sz="1448" b="1"/>
            </a:lvl7pPr>
            <a:lvl8pPr marL="2895402" indent="0">
              <a:buNone/>
              <a:defRPr sz="1448" b="1"/>
            </a:lvl8pPr>
            <a:lvl9pPr marL="3309031" indent="0">
              <a:buNone/>
              <a:defRPr sz="1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83912" y="2505075"/>
            <a:ext cx="468916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74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31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4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457200"/>
            <a:ext cx="3557446" cy="1600200"/>
          </a:xfrm>
        </p:spPr>
        <p:txBody>
          <a:bodyPr anchor="b"/>
          <a:lstStyle>
            <a:lvl1pPr>
              <a:defRPr sz="28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9165" y="987426"/>
            <a:ext cx="5583912" cy="4873625"/>
          </a:xfrm>
        </p:spPr>
        <p:txBody>
          <a:bodyPr/>
          <a:lstStyle>
            <a:lvl1pPr>
              <a:defRPr sz="2895"/>
            </a:lvl1pPr>
            <a:lvl2pPr>
              <a:defRPr sz="2533"/>
            </a:lvl2pPr>
            <a:lvl3pPr>
              <a:defRPr sz="2171"/>
            </a:lvl3pPr>
            <a:lvl4pPr>
              <a:defRPr sz="1809"/>
            </a:lvl4pPr>
            <a:lvl5pPr>
              <a:defRPr sz="1809"/>
            </a:lvl5pPr>
            <a:lvl6pPr>
              <a:defRPr sz="1809"/>
            </a:lvl6pPr>
            <a:lvl7pPr>
              <a:defRPr sz="1809"/>
            </a:lvl7pPr>
            <a:lvl8pPr>
              <a:defRPr sz="1809"/>
            </a:lvl8pPr>
            <a:lvl9pPr>
              <a:defRPr sz="18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9746" y="2057400"/>
            <a:ext cx="3557446" cy="3811588"/>
          </a:xfrm>
        </p:spPr>
        <p:txBody>
          <a:bodyPr/>
          <a:lstStyle>
            <a:lvl1pPr marL="0" indent="0">
              <a:buNone/>
              <a:defRPr sz="1448"/>
            </a:lvl1pPr>
            <a:lvl2pPr marL="413629" indent="0">
              <a:buNone/>
              <a:defRPr sz="1267"/>
            </a:lvl2pPr>
            <a:lvl3pPr marL="827258" indent="0">
              <a:buNone/>
              <a:defRPr sz="1086"/>
            </a:lvl3pPr>
            <a:lvl4pPr marL="1240887" indent="0">
              <a:buNone/>
              <a:defRPr sz="905"/>
            </a:lvl4pPr>
            <a:lvl5pPr marL="1654515" indent="0">
              <a:buNone/>
              <a:defRPr sz="905"/>
            </a:lvl5pPr>
            <a:lvl6pPr marL="2068144" indent="0">
              <a:buNone/>
              <a:defRPr sz="905"/>
            </a:lvl6pPr>
            <a:lvl7pPr marL="2481773" indent="0">
              <a:buNone/>
              <a:defRPr sz="905"/>
            </a:lvl7pPr>
            <a:lvl8pPr marL="2895402" indent="0">
              <a:buNone/>
              <a:defRPr sz="905"/>
            </a:lvl8pPr>
            <a:lvl9pPr marL="3309031" indent="0">
              <a:buNone/>
              <a:defRPr sz="9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1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457200"/>
            <a:ext cx="3557446" cy="1600200"/>
          </a:xfrm>
        </p:spPr>
        <p:txBody>
          <a:bodyPr anchor="b"/>
          <a:lstStyle>
            <a:lvl1pPr>
              <a:defRPr sz="28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89165" y="987426"/>
            <a:ext cx="5583912" cy="4873625"/>
          </a:xfrm>
        </p:spPr>
        <p:txBody>
          <a:bodyPr anchor="t"/>
          <a:lstStyle>
            <a:lvl1pPr marL="0" indent="0">
              <a:buNone/>
              <a:defRPr sz="2895"/>
            </a:lvl1pPr>
            <a:lvl2pPr marL="413629" indent="0">
              <a:buNone/>
              <a:defRPr sz="2533"/>
            </a:lvl2pPr>
            <a:lvl3pPr marL="827258" indent="0">
              <a:buNone/>
              <a:defRPr sz="2171"/>
            </a:lvl3pPr>
            <a:lvl4pPr marL="1240887" indent="0">
              <a:buNone/>
              <a:defRPr sz="1809"/>
            </a:lvl4pPr>
            <a:lvl5pPr marL="1654515" indent="0">
              <a:buNone/>
              <a:defRPr sz="1809"/>
            </a:lvl5pPr>
            <a:lvl6pPr marL="2068144" indent="0">
              <a:buNone/>
              <a:defRPr sz="1809"/>
            </a:lvl6pPr>
            <a:lvl7pPr marL="2481773" indent="0">
              <a:buNone/>
              <a:defRPr sz="1809"/>
            </a:lvl7pPr>
            <a:lvl8pPr marL="2895402" indent="0">
              <a:buNone/>
              <a:defRPr sz="1809"/>
            </a:lvl8pPr>
            <a:lvl9pPr marL="3309031" indent="0">
              <a:buNone/>
              <a:defRPr sz="18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9746" y="2057400"/>
            <a:ext cx="3557446" cy="3811588"/>
          </a:xfrm>
        </p:spPr>
        <p:txBody>
          <a:bodyPr/>
          <a:lstStyle>
            <a:lvl1pPr marL="0" indent="0">
              <a:buNone/>
              <a:defRPr sz="1448"/>
            </a:lvl1pPr>
            <a:lvl2pPr marL="413629" indent="0">
              <a:buNone/>
              <a:defRPr sz="1267"/>
            </a:lvl2pPr>
            <a:lvl3pPr marL="827258" indent="0">
              <a:buNone/>
              <a:defRPr sz="1086"/>
            </a:lvl3pPr>
            <a:lvl4pPr marL="1240887" indent="0">
              <a:buNone/>
              <a:defRPr sz="905"/>
            </a:lvl4pPr>
            <a:lvl5pPr marL="1654515" indent="0">
              <a:buNone/>
              <a:defRPr sz="905"/>
            </a:lvl5pPr>
            <a:lvl6pPr marL="2068144" indent="0">
              <a:buNone/>
              <a:defRPr sz="905"/>
            </a:lvl6pPr>
            <a:lvl7pPr marL="2481773" indent="0">
              <a:buNone/>
              <a:defRPr sz="905"/>
            </a:lvl7pPr>
            <a:lvl8pPr marL="2895402" indent="0">
              <a:buNone/>
              <a:defRPr sz="905"/>
            </a:lvl8pPr>
            <a:lvl9pPr marL="3309031" indent="0">
              <a:buNone/>
              <a:defRPr sz="9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68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17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93308" y="365125"/>
            <a:ext cx="237833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8309" y="365125"/>
            <a:ext cx="69971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4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309" y="365126"/>
            <a:ext cx="95133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309" y="1825625"/>
            <a:ext cx="95133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8309" y="6356351"/>
            <a:ext cx="2481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671" y="6356351"/>
            <a:ext cx="37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89902" y="6356351"/>
            <a:ext cx="2481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34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7258" rtl="0" eaLnBrk="1" latinLnBrk="0" hangingPunct="1">
        <a:lnSpc>
          <a:spcPct val="90000"/>
        </a:lnSpc>
        <a:spcBef>
          <a:spcPct val="0"/>
        </a:spcBef>
        <a:buNone/>
        <a:defRPr sz="39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6814" indent="-206814" algn="l" defTabSz="827258" rtl="0" eaLnBrk="1" latinLnBrk="0" hangingPunct="1">
        <a:lnSpc>
          <a:spcPct val="90000"/>
        </a:lnSpc>
        <a:spcBef>
          <a:spcPts val="905"/>
        </a:spcBef>
        <a:buFont typeface="Arial" panose="020B0604020202020204" pitchFamily="34" charset="0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1pPr>
      <a:lvl2pPr marL="620443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2171" kern="1200">
          <a:solidFill>
            <a:schemeClr val="tx1"/>
          </a:solidFill>
          <a:latin typeface="+mn-lt"/>
          <a:ea typeface="+mn-ea"/>
          <a:cs typeface="+mn-cs"/>
        </a:defRPr>
      </a:lvl2pPr>
      <a:lvl3pPr marL="1034072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809" kern="1200">
          <a:solidFill>
            <a:schemeClr val="tx1"/>
          </a:solidFill>
          <a:latin typeface="+mn-lt"/>
          <a:ea typeface="+mn-ea"/>
          <a:cs typeface="+mn-cs"/>
        </a:defRPr>
      </a:lvl3pPr>
      <a:lvl4pPr marL="1447701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4pPr>
      <a:lvl5pPr marL="1861330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5pPr>
      <a:lvl6pPr marL="2274959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6pPr>
      <a:lvl7pPr marL="2688587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7pPr>
      <a:lvl8pPr marL="3102216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8pPr>
      <a:lvl9pPr marL="3515845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1pPr>
      <a:lvl2pPr marL="413629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2pPr>
      <a:lvl3pPr marL="827258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3pPr>
      <a:lvl4pPr marL="1240887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4pPr>
      <a:lvl5pPr marL="1654515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5pPr>
      <a:lvl6pPr marL="2068144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6pPr>
      <a:lvl7pPr marL="2481773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7pPr>
      <a:lvl8pPr marL="2895402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8pPr>
      <a:lvl9pPr marL="3309031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3E823-E5BD-9292-593F-1829E5CB8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0183E1-754F-F670-3419-371692690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1AB39A-547A-CD87-7193-C3BB28765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29950" cy="685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5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sun</dc:creator>
  <cp:lastModifiedBy>johnny sun</cp:lastModifiedBy>
  <cp:revision>1</cp:revision>
  <dcterms:created xsi:type="dcterms:W3CDTF">2025-09-29T12:04:53Z</dcterms:created>
  <dcterms:modified xsi:type="dcterms:W3CDTF">2025-09-29T12:05:32Z</dcterms:modified>
</cp:coreProperties>
</file>