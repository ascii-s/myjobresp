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1102995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21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8744" y="1122363"/>
            <a:ext cx="8272463" cy="2387600"/>
          </a:xfrm>
        </p:spPr>
        <p:txBody>
          <a:bodyPr anchor="b"/>
          <a:lstStyle>
            <a:lvl1pPr algn="ctr">
              <a:defRPr sz="5428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8744" y="3602038"/>
            <a:ext cx="8272463" cy="1655762"/>
          </a:xfrm>
        </p:spPr>
        <p:txBody>
          <a:bodyPr/>
          <a:lstStyle>
            <a:lvl1pPr marL="0" indent="0" algn="ctr">
              <a:buNone/>
              <a:defRPr sz="2171"/>
            </a:lvl1pPr>
            <a:lvl2pPr marL="413629" indent="0" algn="ctr">
              <a:buNone/>
              <a:defRPr sz="1809"/>
            </a:lvl2pPr>
            <a:lvl3pPr marL="827258" indent="0" algn="ctr">
              <a:buNone/>
              <a:defRPr sz="1628"/>
            </a:lvl3pPr>
            <a:lvl4pPr marL="1240887" indent="0" algn="ctr">
              <a:buNone/>
              <a:defRPr sz="1448"/>
            </a:lvl4pPr>
            <a:lvl5pPr marL="1654515" indent="0" algn="ctr">
              <a:buNone/>
              <a:defRPr sz="1448"/>
            </a:lvl5pPr>
            <a:lvl6pPr marL="2068144" indent="0" algn="ctr">
              <a:buNone/>
              <a:defRPr sz="1448"/>
            </a:lvl6pPr>
            <a:lvl7pPr marL="2481773" indent="0" algn="ctr">
              <a:buNone/>
              <a:defRPr sz="1448"/>
            </a:lvl7pPr>
            <a:lvl8pPr marL="2895402" indent="0" algn="ctr">
              <a:buNone/>
              <a:defRPr sz="1448"/>
            </a:lvl8pPr>
            <a:lvl9pPr marL="3309031" indent="0" algn="ctr">
              <a:buNone/>
              <a:defRPr sz="1448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7B0D2-7782-433E-95B3-D6F95C5BFB88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2A527-6A65-42CE-9CCB-F020960F86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49746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7B0D2-7782-433E-95B3-D6F95C5BFB88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2A527-6A65-42CE-9CCB-F020960F86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43007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2564" y="1709739"/>
            <a:ext cx="9513332" cy="2852737"/>
          </a:xfrm>
        </p:spPr>
        <p:txBody>
          <a:bodyPr anchor="b"/>
          <a:lstStyle>
            <a:lvl1pPr>
              <a:defRPr sz="5428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2564" y="4589464"/>
            <a:ext cx="9513332" cy="1500187"/>
          </a:xfrm>
        </p:spPr>
        <p:txBody>
          <a:bodyPr/>
          <a:lstStyle>
            <a:lvl1pPr marL="0" indent="0">
              <a:buNone/>
              <a:defRPr sz="2171">
                <a:solidFill>
                  <a:schemeClr val="tx1">
                    <a:tint val="75000"/>
                  </a:schemeClr>
                </a:solidFill>
              </a:defRPr>
            </a:lvl1pPr>
            <a:lvl2pPr marL="413629" indent="0">
              <a:buNone/>
              <a:defRPr sz="1809">
                <a:solidFill>
                  <a:schemeClr val="tx1">
                    <a:tint val="75000"/>
                  </a:schemeClr>
                </a:solidFill>
              </a:defRPr>
            </a:lvl2pPr>
            <a:lvl3pPr marL="827258" indent="0">
              <a:buNone/>
              <a:defRPr sz="1628">
                <a:solidFill>
                  <a:schemeClr val="tx1">
                    <a:tint val="75000"/>
                  </a:schemeClr>
                </a:solidFill>
              </a:defRPr>
            </a:lvl3pPr>
            <a:lvl4pPr marL="1240887" indent="0">
              <a:buNone/>
              <a:defRPr sz="1448">
                <a:solidFill>
                  <a:schemeClr val="tx1">
                    <a:tint val="75000"/>
                  </a:schemeClr>
                </a:solidFill>
              </a:defRPr>
            </a:lvl4pPr>
            <a:lvl5pPr marL="1654515" indent="0">
              <a:buNone/>
              <a:defRPr sz="1448">
                <a:solidFill>
                  <a:schemeClr val="tx1">
                    <a:tint val="75000"/>
                  </a:schemeClr>
                </a:solidFill>
              </a:defRPr>
            </a:lvl5pPr>
            <a:lvl6pPr marL="2068144" indent="0">
              <a:buNone/>
              <a:defRPr sz="1448">
                <a:solidFill>
                  <a:schemeClr val="tx1">
                    <a:tint val="75000"/>
                  </a:schemeClr>
                </a:solidFill>
              </a:defRPr>
            </a:lvl6pPr>
            <a:lvl7pPr marL="2481773" indent="0">
              <a:buNone/>
              <a:defRPr sz="1448">
                <a:solidFill>
                  <a:schemeClr val="tx1">
                    <a:tint val="75000"/>
                  </a:schemeClr>
                </a:solidFill>
              </a:defRPr>
            </a:lvl7pPr>
            <a:lvl8pPr marL="2895402" indent="0">
              <a:buNone/>
              <a:defRPr sz="1448">
                <a:solidFill>
                  <a:schemeClr val="tx1">
                    <a:tint val="75000"/>
                  </a:schemeClr>
                </a:solidFill>
              </a:defRPr>
            </a:lvl8pPr>
            <a:lvl9pPr marL="3309031" indent="0">
              <a:buNone/>
              <a:defRPr sz="144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7B0D2-7782-433E-95B3-D6F95C5BFB88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2A527-6A65-42CE-9CCB-F020960F86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98132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58309" y="1825625"/>
            <a:ext cx="4687729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83912" y="1825625"/>
            <a:ext cx="4687729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7B0D2-7782-433E-95B3-D6F95C5BFB88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2A527-6A65-42CE-9CCB-F020960F86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27871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9746" y="365126"/>
            <a:ext cx="9513332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9746" y="1681163"/>
            <a:ext cx="4666185" cy="823912"/>
          </a:xfrm>
        </p:spPr>
        <p:txBody>
          <a:bodyPr anchor="b"/>
          <a:lstStyle>
            <a:lvl1pPr marL="0" indent="0">
              <a:buNone/>
              <a:defRPr sz="2171" b="1"/>
            </a:lvl1pPr>
            <a:lvl2pPr marL="413629" indent="0">
              <a:buNone/>
              <a:defRPr sz="1809" b="1"/>
            </a:lvl2pPr>
            <a:lvl3pPr marL="827258" indent="0">
              <a:buNone/>
              <a:defRPr sz="1628" b="1"/>
            </a:lvl3pPr>
            <a:lvl4pPr marL="1240887" indent="0">
              <a:buNone/>
              <a:defRPr sz="1448" b="1"/>
            </a:lvl4pPr>
            <a:lvl5pPr marL="1654515" indent="0">
              <a:buNone/>
              <a:defRPr sz="1448" b="1"/>
            </a:lvl5pPr>
            <a:lvl6pPr marL="2068144" indent="0">
              <a:buNone/>
              <a:defRPr sz="1448" b="1"/>
            </a:lvl6pPr>
            <a:lvl7pPr marL="2481773" indent="0">
              <a:buNone/>
              <a:defRPr sz="1448" b="1"/>
            </a:lvl7pPr>
            <a:lvl8pPr marL="2895402" indent="0">
              <a:buNone/>
              <a:defRPr sz="1448" b="1"/>
            </a:lvl8pPr>
            <a:lvl9pPr marL="3309031" indent="0">
              <a:buNone/>
              <a:defRPr sz="1448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9746" y="2505075"/>
            <a:ext cx="4666185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583912" y="1681163"/>
            <a:ext cx="4689165" cy="823912"/>
          </a:xfrm>
        </p:spPr>
        <p:txBody>
          <a:bodyPr anchor="b"/>
          <a:lstStyle>
            <a:lvl1pPr marL="0" indent="0">
              <a:buNone/>
              <a:defRPr sz="2171" b="1"/>
            </a:lvl1pPr>
            <a:lvl2pPr marL="413629" indent="0">
              <a:buNone/>
              <a:defRPr sz="1809" b="1"/>
            </a:lvl2pPr>
            <a:lvl3pPr marL="827258" indent="0">
              <a:buNone/>
              <a:defRPr sz="1628" b="1"/>
            </a:lvl3pPr>
            <a:lvl4pPr marL="1240887" indent="0">
              <a:buNone/>
              <a:defRPr sz="1448" b="1"/>
            </a:lvl4pPr>
            <a:lvl5pPr marL="1654515" indent="0">
              <a:buNone/>
              <a:defRPr sz="1448" b="1"/>
            </a:lvl5pPr>
            <a:lvl6pPr marL="2068144" indent="0">
              <a:buNone/>
              <a:defRPr sz="1448" b="1"/>
            </a:lvl6pPr>
            <a:lvl7pPr marL="2481773" indent="0">
              <a:buNone/>
              <a:defRPr sz="1448" b="1"/>
            </a:lvl7pPr>
            <a:lvl8pPr marL="2895402" indent="0">
              <a:buNone/>
              <a:defRPr sz="1448" b="1"/>
            </a:lvl8pPr>
            <a:lvl9pPr marL="3309031" indent="0">
              <a:buNone/>
              <a:defRPr sz="1448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83912" y="2505075"/>
            <a:ext cx="4689165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7B0D2-7782-433E-95B3-D6F95C5BFB88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2A527-6A65-42CE-9CCB-F020960F86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87405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7B0D2-7782-433E-95B3-D6F95C5BFB88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2A527-6A65-42CE-9CCB-F020960F86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33130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7B0D2-7782-433E-95B3-D6F95C5BFB88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2A527-6A65-42CE-9CCB-F020960F86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56434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9746" y="457200"/>
            <a:ext cx="3557446" cy="1600200"/>
          </a:xfrm>
        </p:spPr>
        <p:txBody>
          <a:bodyPr anchor="b"/>
          <a:lstStyle>
            <a:lvl1pPr>
              <a:defRPr sz="289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9165" y="987426"/>
            <a:ext cx="5583912" cy="4873625"/>
          </a:xfrm>
        </p:spPr>
        <p:txBody>
          <a:bodyPr/>
          <a:lstStyle>
            <a:lvl1pPr>
              <a:defRPr sz="2895"/>
            </a:lvl1pPr>
            <a:lvl2pPr>
              <a:defRPr sz="2533"/>
            </a:lvl2pPr>
            <a:lvl3pPr>
              <a:defRPr sz="2171"/>
            </a:lvl3pPr>
            <a:lvl4pPr>
              <a:defRPr sz="1809"/>
            </a:lvl4pPr>
            <a:lvl5pPr>
              <a:defRPr sz="1809"/>
            </a:lvl5pPr>
            <a:lvl6pPr>
              <a:defRPr sz="1809"/>
            </a:lvl6pPr>
            <a:lvl7pPr>
              <a:defRPr sz="1809"/>
            </a:lvl7pPr>
            <a:lvl8pPr>
              <a:defRPr sz="1809"/>
            </a:lvl8pPr>
            <a:lvl9pPr>
              <a:defRPr sz="1809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9746" y="2057400"/>
            <a:ext cx="3557446" cy="3811588"/>
          </a:xfrm>
        </p:spPr>
        <p:txBody>
          <a:bodyPr/>
          <a:lstStyle>
            <a:lvl1pPr marL="0" indent="0">
              <a:buNone/>
              <a:defRPr sz="1448"/>
            </a:lvl1pPr>
            <a:lvl2pPr marL="413629" indent="0">
              <a:buNone/>
              <a:defRPr sz="1267"/>
            </a:lvl2pPr>
            <a:lvl3pPr marL="827258" indent="0">
              <a:buNone/>
              <a:defRPr sz="1086"/>
            </a:lvl3pPr>
            <a:lvl4pPr marL="1240887" indent="0">
              <a:buNone/>
              <a:defRPr sz="905"/>
            </a:lvl4pPr>
            <a:lvl5pPr marL="1654515" indent="0">
              <a:buNone/>
              <a:defRPr sz="905"/>
            </a:lvl5pPr>
            <a:lvl6pPr marL="2068144" indent="0">
              <a:buNone/>
              <a:defRPr sz="905"/>
            </a:lvl6pPr>
            <a:lvl7pPr marL="2481773" indent="0">
              <a:buNone/>
              <a:defRPr sz="905"/>
            </a:lvl7pPr>
            <a:lvl8pPr marL="2895402" indent="0">
              <a:buNone/>
              <a:defRPr sz="905"/>
            </a:lvl8pPr>
            <a:lvl9pPr marL="3309031" indent="0">
              <a:buNone/>
              <a:defRPr sz="90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7B0D2-7782-433E-95B3-D6F95C5BFB88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2A527-6A65-42CE-9CCB-F020960F86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93185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9746" y="457200"/>
            <a:ext cx="3557446" cy="1600200"/>
          </a:xfrm>
        </p:spPr>
        <p:txBody>
          <a:bodyPr anchor="b"/>
          <a:lstStyle>
            <a:lvl1pPr>
              <a:defRPr sz="289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689165" y="987426"/>
            <a:ext cx="5583912" cy="4873625"/>
          </a:xfrm>
        </p:spPr>
        <p:txBody>
          <a:bodyPr anchor="t"/>
          <a:lstStyle>
            <a:lvl1pPr marL="0" indent="0">
              <a:buNone/>
              <a:defRPr sz="2895"/>
            </a:lvl1pPr>
            <a:lvl2pPr marL="413629" indent="0">
              <a:buNone/>
              <a:defRPr sz="2533"/>
            </a:lvl2pPr>
            <a:lvl3pPr marL="827258" indent="0">
              <a:buNone/>
              <a:defRPr sz="2171"/>
            </a:lvl3pPr>
            <a:lvl4pPr marL="1240887" indent="0">
              <a:buNone/>
              <a:defRPr sz="1809"/>
            </a:lvl4pPr>
            <a:lvl5pPr marL="1654515" indent="0">
              <a:buNone/>
              <a:defRPr sz="1809"/>
            </a:lvl5pPr>
            <a:lvl6pPr marL="2068144" indent="0">
              <a:buNone/>
              <a:defRPr sz="1809"/>
            </a:lvl6pPr>
            <a:lvl7pPr marL="2481773" indent="0">
              <a:buNone/>
              <a:defRPr sz="1809"/>
            </a:lvl7pPr>
            <a:lvl8pPr marL="2895402" indent="0">
              <a:buNone/>
              <a:defRPr sz="1809"/>
            </a:lvl8pPr>
            <a:lvl9pPr marL="3309031" indent="0">
              <a:buNone/>
              <a:defRPr sz="1809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9746" y="2057400"/>
            <a:ext cx="3557446" cy="3811588"/>
          </a:xfrm>
        </p:spPr>
        <p:txBody>
          <a:bodyPr/>
          <a:lstStyle>
            <a:lvl1pPr marL="0" indent="0">
              <a:buNone/>
              <a:defRPr sz="1448"/>
            </a:lvl1pPr>
            <a:lvl2pPr marL="413629" indent="0">
              <a:buNone/>
              <a:defRPr sz="1267"/>
            </a:lvl2pPr>
            <a:lvl3pPr marL="827258" indent="0">
              <a:buNone/>
              <a:defRPr sz="1086"/>
            </a:lvl3pPr>
            <a:lvl4pPr marL="1240887" indent="0">
              <a:buNone/>
              <a:defRPr sz="905"/>
            </a:lvl4pPr>
            <a:lvl5pPr marL="1654515" indent="0">
              <a:buNone/>
              <a:defRPr sz="905"/>
            </a:lvl5pPr>
            <a:lvl6pPr marL="2068144" indent="0">
              <a:buNone/>
              <a:defRPr sz="905"/>
            </a:lvl6pPr>
            <a:lvl7pPr marL="2481773" indent="0">
              <a:buNone/>
              <a:defRPr sz="905"/>
            </a:lvl7pPr>
            <a:lvl8pPr marL="2895402" indent="0">
              <a:buNone/>
              <a:defRPr sz="905"/>
            </a:lvl8pPr>
            <a:lvl9pPr marL="3309031" indent="0">
              <a:buNone/>
              <a:defRPr sz="90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7B0D2-7782-433E-95B3-D6F95C5BFB88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2A527-6A65-42CE-9CCB-F020960F86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56862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7B0D2-7782-433E-95B3-D6F95C5BFB88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2A527-6A65-42CE-9CCB-F020960F86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11764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93308" y="365125"/>
            <a:ext cx="2378333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58309" y="365125"/>
            <a:ext cx="69971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7B0D2-7782-433E-95B3-D6F95C5BFB88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32A527-6A65-42CE-9CCB-F020960F86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71403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309" y="365126"/>
            <a:ext cx="951333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309" y="1825625"/>
            <a:ext cx="951333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8309" y="6356351"/>
            <a:ext cx="24817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67B0D2-7782-433E-95B3-D6F95C5BFB88}" type="datetimeFigureOut">
              <a:rPr lang="zh-CN" altLang="en-US" smtClean="0"/>
              <a:t>2025/9/29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53671" y="6356351"/>
            <a:ext cx="37226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8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89902" y="6356351"/>
            <a:ext cx="24817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32A527-6A65-42CE-9CCB-F020960F86E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9348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827258" rtl="0" eaLnBrk="1" latinLnBrk="0" hangingPunct="1">
        <a:lnSpc>
          <a:spcPct val="90000"/>
        </a:lnSpc>
        <a:spcBef>
          <a:spcPct val="0"/>
        </a:spcBef>
        <a:buNone/>
        <a:defRPr sz="398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6814" indent="-206814" algn="l" defTabSz="827258" rtl="0" eaLnBrk="1" latinLnBrk="0" hangingPunct="1">
        <a:lnSpc>
          <a:spcPct val="90000"/>
        </a:lnSpc>
        <a:spcBef>
          <a:spcPts val="905"/>
        </a:spcBef>
        <a:buFont typeface="Arial" panose="020B0604020202020204" pitchFamily="34" charset="0"/>
        <a:buChar char="•"/>
        <a:defRPr sz="2533" kern="1200">
          <a:solidFill>
            <a:schemeClr val="tx1"/>
          </a:solidFill>
          <a:latin typeface="+mn-lt"/>
          <a:ea typeface="+mn-ea"/>
          <a:cs typeface="+mn-cs"/>
        </a:defRPr>
      </a:lvl1pPr>
      <a:lvl2pPr marL="620443" indent="-206814" algn="l" defTabSz="827258" rtl="0" eaLnBrk="1" latinLnBrk="0" hangingPunct="1">
        <a:lnSpc>
          <a:spcPct val="90000"/>
        </a:lnSpc>
        <a:spcBef>
          <a:spcPts val="452"/>
        </a:spcBef>
        <a:buFont typeface="Arial" panose="020B0604020202020204" pitchFamily="34" charset="0"/>
        <a:buChar char="•"/>
        <a:defRPr sz="2171" kern="1200">
          <a:solidFill>
            <a:schemeClr val="tx1"/>
          </a:solidFill>
          <a:latin typeface="+mn-lt"/>
          <a:ea typeface="+mn-ea"/>
          <a:cs typeface="+mn-cs"/>
        </a:defRPr>
      </a:lvl2pPr>
      <a:lvl3pPr marL="1034072" indent="-206814" algn="l" defTabSz="827258" rtl="0" eaLnBrk="1" latinLnBrk="0" hangingPunct="1">
        <a:lnSpc>
          <a:spcPct val="90000"/>
        </a:lnSpc>
        <a:spcBef>
          <a:spcPts val="452"/>
        </a:spcBef>
        <a:buFont typeface="Arial" panose="020B0604020202020204" pitchFamily="34" charset="0"/>
        <a:buChar char="•"/>
        <a:defRPr sz="1809" kern="1200">
          <a:solidFill>
            <a:schemeClr val="tx1"/>
          </a:solidFill>
          <a:latin typeface="+mn-lt"/>
          <a:ea typeface="+mn-ea"/>
          <a:cs typeface="+mn-cs"/>
        </a:defRPr>
      </a:lvl3pPr>
      <a:lvl4pPr marL="1447701" indent="-206814" algn="l" defTabSz="827258" rtl="0" eaLnBrk="1" latinLnBrk="0" hangingPunct="1">
        <a:lnSpc>
          <a:spcPct val="90000"/>
        </a:lnSpc>
        <a:spcBef>
          <a:spcPts val="452"/>
        </a:spcBef>
        <a:buFont typeface="Arial" panose="020B0604020202020204" pitchFamily="34" charset="0"/>
        <a:buChar char="•"/>
        <a:defRPr sz="1628" kern="1200">
          <a:solidFill>
            <a:schemeClr val="tx1"/>
          </a:solidFill>
          <a:latin typeface="+mn-lt"/>
          <a:ea typeface="+mn-ea"/>
          <a:cs typeface="+mn-cs"/>
        </a:defRPr>
      </a:lvl4pPr>
      <a:lvl5pPr marL="1861330" indent="-206814" algn="l" defTabSz="827258" rtl="0" eaLnBrk="1" latinLnBrk="0" hangingPunct="1">
        <a:lnSpc>
          <a:spcPct val="90000"/>
        </a:lnSpc>
        <a:spcBef>
          <a:spcPts val="452"/>
        </a:spcBef>
        <a:buFont typeface="Arial" panose="020B0604020202020204" pitchFamily="34" charset="0"/>
        <a:buChar char="•"/>
        <a:defRPr sz="1628" kern="1200">
          <a:solidFill>
            <a:schemeClr val="tx1"/>
          </a:solidFill>
          <a:latin typeface="+mn-lt"/>
          <a:ea typeface="+mn-ea"/>
          <a:cs typeface="+mn-cs"/>
        </a:defRPr>
      </a:lvl5pPr>
      <a:lvl6pPr marL="2274959" indent="-206814" algn="l" defTabSz="827258" rtl="0" eaLnBrk="1" latinLnBrk="0" hangingPunct="1">
        <a:lnSpc>
          <a:spcPct val="90000"/>
        </a:lnSpc>
        <a:spcBef>
          <a:spcPts val="452"/>
        </a:spcBef>
        <a:buFont typeface="Arial" panose="020B0604020202020204" pitchFamily="34" charset="0"/>
        <a:buChar char="•"/>
        <a:defRPr sz="1628" kern="1200">
          <a:solidFill>
            <a:schemeClr val="tx1"/>
          </a:solidFill>
          <a:latin typeface="+mn-lt"/>
          <a:ea typeface="+mn-ea"/>
          <a:cs typeface="+mn-cs"/>
        </a:defRPr>
      </a:lvl6pPr>
      <a:lvl7pPr marL="2688587" indent="-206814" algn="l" defTabSz="827258" rtl="0" eaLnBrk="1" latinLnBrk="0" hangingPunct="1">
        <a:lnSpc>
          <a:spcPct val="90000"/>
        </a:lnSpc>
        <a:spcBef>
          <a:spcPts val="452"/>
        </a:spcBef>
        <a:buFont typeface="Arial" panose="020B0604020202020204" pitchFamily="34" charset="0"/>
        <a:buChar char="•"/>
        <a:defRPr sz="1628" kern="1200">
          <a:solidFill>
            <a:schemeClr val="tx1"/>
          </a:solidFill>
          <a:latin typeface="+mn-lt"/>
          <a:ea typeface="+mn-ea"/>
          <a:cs typeface="+mn-cs"/>
        </a:defRPr>
      </a:lvl7pPr>
      <a:lvl8pPr marL="3102216" indent="-206814" algn="l" defTabSz="827258" rtl="0" eaLnBrk="1" latinLnBrk="0" hangingPunct="1">
        <a:lnSpc>
          <a:spcPct val="90000"/>
        </a:lnSpc>
        <a:spcBef>
          <a:spcPts val="452"/>
        </a:spcBef>
        <a:buFont typeface="Arial" panose="020B0604020202020204" pitchFamily="34" charset="0"/>
        <a:buChar char="•"/>
        <a:defRPr sz="1628" kern="1200">
          <a:solidFill>
            <a:schemeClr val="tx1"/>
          </a:solidFill>
          <a:latin typeface="+mn-lt"/>
          <a:ea typeface="+mn-ea"/>
          <a:cs typeface="+mn-cs"/>
        </a:defRPr>
      </a:lvl8pPr>
      <a:lvl9pPr marL="3515845" indent="-206814" algn="l" defTabSz="827258" rtl="0" eaLnBrk="1" latinLnBrk="0" hangingPunct="1">
        <a:lnSpc>
          <a:spcPct val="90000"/>
        </a:lnSpc>
        <a:spcBef>
          <a:spcPts val="452"/>
        </a:spcBef>
        <a:buFont typeface="Arial" panose="020B0604020202020204" pitchFamily="34" charset="0"/>
        <a:buChar char="•"/>
        <a:defRPr sz="162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27258" rtl="0" eaLnBrk="1" latinLnBrk="0" hangingPunct="1">
        <a:defRPr sz="1628" kern="1200">
          <a:solidFill>
            <a:schemeClr val="tx1"/>
          </a:solidFill>
          <a:latin typeface="+mn-lt"/>
          <a:ea typeface="+mn-ea"/>
          <a:cs typeface="+mn-cs"/>
        </a:defRPr>
      </a:lvl1pPr>
      <a:lvl2pPr marL="413629" algn="l" defTabSz="827258" rtl="0" eaLnBrk="1" latinLnBrk="0" hangingPunct="1">
        <a:defRPr sz="1628" kern="1200">
          <a:solidFill>
            <a:schemeClr val="tx1"/>
          </a:solidFill>
          <a:latin typeface="+mn-lt"/>
          <a:ea typeface="+mn-ea"/>
          <a:cs typeface="+mn-cs"/>
        </a:defRPr>
      </a:lvl2pPr>
      <a:lvl3pPr marL="827258" algn="l" defTabSz="827258" rtl="0" eaLnBrk="1" latinLnBrk="0" hangingPunct="1">
        <a:defRPr sz="1628" kern="1200">
          <a:solidFill>
            <a:schemeClr val="tx1"/>
          </a:solidFill>
          <a:latin typeface="+mn-lt"/>
          <a:ea typeface="+mn-ea"/>
          <a:cs typeface="+mn-cs"/>
        </a:defRPr>
      </a:lvl3pPr>
      <a:lvl4pPr marL="1240887" algn="l" defTabSz="827258" rtl="0" eaLnBrk="1" latinLnBrk="0" hangingPunct="1">
        <a:defRPr sz="1628" kern="1200">
          <a:solidFill>
            <a:schemeClr val="tx1"/>
          </a:solidFill>
          <a:latin typeface="+mn-lt"/>
          <a:ea typeface="+mn-ea"/>
          <a:cs typeface="+mn-cs"/>
        </a:defRPr>
      </a:lvl4pPr>
      <a:lvl5pPr marL="1654515" algn="l" defTabSz="827258" rtl="0" eaLnBrk="1" latinLnBrk="0" hangingPunct="1">
        <a:defRPr sz="1628" kern="1200">
          <a:solidFill>
            <a:schemeClr val="tx1"/>
          </a:solidFill>
          <a:latin typeface="+mn-lt"/>
          <a:ea typeface="+mn-ea"/>
          <a:cs typeface="+mn-cs"/>
        </a:defRPr>
      </a:lvl5pPr>
      <a:lvl6pPr marL="2068144" algn="l" defTabSz="827258" rtl="0" eaLnBrk="1" latinLnBrk="0" hangingPunct="1">
        <a:defRPr sz="1628" kern="1200">
          <a:solidFill>
            <a:schemeClr val="tx1"/>
          </a:solidFill>
          <a:latin typeface="+mn-lt"/>
          <a:ea typeface="+mn-ea"/>
          <a:cs typeface="+mn-cs"/>
        </a:defRPr>
      </a:lvl6pPr>
      <a:lvl7pPr marL="2481773" algn="l" defTabSz="827258" rtl="0" eaLnBrk="1" latinLnBrk="0" hangingPunct="1">
        <a:defRPr sz="1628" kern="1200">
          <a:solidFill>
            <a:schemeClr val="tx1"/>
          </a:solidFill>
          <a:latin typeface="+mn-lt"/>
          <a:ea typeface="+mn-ea"/>
          <a:cs typeface="+mn-cs"/>
        </a:defRPr>
      </a:lvl7pPr>
      <a:lvl8pPr marL="2895402" algn="l" defTabSz="827258" rtl="0" eaLnBrk="1" latinLnBrk="0" hangingPunct="1">
        <a:defRPr sz="1628" kern="1200">
          <a:solidFill>
            <a:schemeClr val="tx1"/>
          </a:solidFill>
          <a:latin typeface="+mn-lt"/>
          <a:ea typeface="+mn-ea"/>
          <a:cs typeface="+mn-cs"/>
        </a:defRPr>
      </a:lvl8pPr>
      <a:lvl9pPr marL="3309031" algn="l" defTabSz="827258" rtl="0" eaLnBrk="1" latinLnBrk="0" hangingPunct="1">
        <a:defRPr sz="162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1D3E823-E5BD-9292-593F-1829E5CB8BE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A0183E1-754F-F670-3419-37169269048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4F6A41A-8796-0BAC-73CF-FCD50A62CD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1029950" cy="6869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84592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0</Words>
  <Application>Microsoft Office PowerPoint</Application>
  <PresentationFormat>自定义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johnny sun</dc:creator>
  <cp:lastModifiedBy>johnny sun</cp:lastModifiedBy>
  <cp:revision>2</cp:revision>
  <dcterms:created xsi:type="dcterms:W3CDTF">2025-09-29T12:04:53Z</dcterms:created>
  <dcterms:modified xsi:type="dcterms:W3CDTF">2025-09-29T12:06:29Z</dcterms:modified>
</cp:coreProperties>
</file>